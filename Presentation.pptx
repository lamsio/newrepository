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1505A-DA37-4AF8-A813-088A5D88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5DBF60-6443-43E2-8D27-873B623B2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0B054-5183-4F24-9936-43AD8C8C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6D61ED-31D0-4899-88F7-63B26A381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C8D9C4-4F9A-418D-8377-A80CFA32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82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A2A15-8F60-4AE1-9AEC-C9ABE435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1063C2-CBAA-49E1-8E4F-AF4F5FB2C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9CF5B-313B-47D1-8658-4CA31ECFC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4B41B2-997B-48F9-A8B3-DD931BAEF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0796C9-AD78-4FD4-A021-3D5A8A7F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76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C3079-A342-47AA-A37B-B42269FE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3D4CD9-7A3F-4977-94E1-609521FB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F720D5-7541-4D81-BB34-C450EAD2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1679AF-4CD4-4C30-BFCA-2D5E4A43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83BBF-3715-4B0F-814A-778DAF47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9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12BC8-E845-4021-A45B-821D4FAF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8FA78-7682-4778-B148-EEF99304F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0BF8AC-F24A-4A0F-9680-EF488AE8D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7E9335-4DB6-42C6-870F-67788AAF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4BD297-BE51-4EC1-845F-792DCE59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C0D6D9-E115-466D-9A2C-3CD4A2BC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54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DA13D-9DA6-4743-8B6E-34C9ABED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6B3BE5-18F3-49CE-8103-6C758E33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30350F-48A8-4F6A-B80D-A51047331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37125F-5446-47A4-B574-9D8886CE5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6C1C65-C39C-4D35-BC79-99EA8C542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CE29E52-32FA-4940-8D34-189510CF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D8FF9B-2262-43C5-9CC8-009C6919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0ABA37-9421-4A8C-B07A-4962BE9D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72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B23C9-B2C1-4707-9A30-BA8AAC06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24E14B-98EA-4C7B-BD8D-0E7A6DEF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B11C60-0339-41EA-87AC-C4EFB0C1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A35B9C-A14B-454D-82F5-E0753FBE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7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47E199-66BC-4013-8C0F-64DB6B24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012A15-E82F-4F62-BFEE-9221B795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FA9BD9-934D-4A20-A320-91A28BA6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05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7BA0F-5DCB-49D8-AF32-61196461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14D6D-0008-47D2-A0A8-AA5A5B09D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F56EA-6B83-46A3-817E-75CC6025A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5B6E46-81BD-40B4-A863-02F92149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FF81A3-4DD6-44C9-9B96-AFCF6CE4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EF91E1-38F9-4672-B5DD-E7FD2B4F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14D12-6218-4E28-AB83-633C0C2D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027DBF-26AE-4820-924C-239FE4D55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EDD389-8423-46D3-B128-B7A9FA199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C22073-F52D-4C90-B928-D837594F4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A17BB7-EB27-4C97-97F2-B0334774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764C96-0C97-4A4F-AFD7-BCA3721E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43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BEB89-F47C-4B86-88D3-D6F3CC90E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8606E6-8DC3-478B-A0B0-3BB3C3C32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78DDF2-7AE6-4B7C-A77D-3BEA7EED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410021-A8DF-48DD-877D-3D8F44A2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F61033-B628-4E5D-AD66-BA6105E0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85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DE057C-B3C1-428F-9348-3418D0780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D420FA-597E-4D3B-9C33-88B3E0467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1F9D26-8BD9-40A1-BA4D-3F733CD2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B9A4D5-430D-4962-9D12-E7C4BFB7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4D75C-374D-4096-9B97-EAEA344B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199CBC-5260-4C1D-9F08-7EF9D293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B93198-CD20-497B-AE16-7242A8BA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C4E74-7C99-4A0A-BAF2-25D193ACC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781ED-BA90-49F3-9F4C-D33D61DEB0F0}" type="datetimeFigureOut">
              <a:rPr lang="zh-CN" altLang="en-US" smtClean="0"/>
              <a:t>2022/3/4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C6A466-2F1C-47BB-97DD-6C01B8FFD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D5582-1AD2-4523-AA2A-754B80843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949C8-669C-4F9D-8A1B-E1C9DE74D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2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C62DF-4926-4CD4-83E1-509A9DF9D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Hello world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8E2F18-4EE1-4EA8-AD47-2CE75B7E20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50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EE95C3-F7D8-47B3-925A-4D7DC711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52A03-11D7-4F1C-934B-453E01CF9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07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4A612-01CE-4C20-A03C-8C0E9095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EDDFAC-D5FE-4F19-A32A-4EFB91A68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99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503B7-FB9A-45ED-A1A6-5FFA81D8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D1B53-C4AB-418C-80D5-54D4056E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73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Hello world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</dc:title>
  <dc:creator>Tommy Lam</dc:creator>
  <cp:lastModifiedBy>Tommy Lam</cp:lastModifiedBy>
  <cp:revision>1</cp:revision>
  <dcterms:created xsi:type="dcterms:W3CDTF">2022-03-04T08:17:55Z</dcterms:created>
  <dcterms:modified xsi:type="dcterms:W3CDTF">2022-03-04T08:18:06Z</dcterms:modified>
</cp:coreProperties>
</file>